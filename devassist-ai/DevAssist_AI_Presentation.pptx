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384048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999713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[ AUTONOMOUS CODE REVIEW &amp; ARCHITECTURAL AGENT ]</a:t>
            </a:r>
          </a:p>
          <a:p>
            <a:pPr algn="ctr">
              <a:spcAft>
                <a:spcPts val="1000"/>
              </a:spcAft>
              <a:defRPr sz="4600" b="1">
                <a:solidFill>
                  <a:srgbClr val="F8FAFC"/>
                </a:solidFill>
                <a:latin typeface="Segoe UI"/>
              </a:defRPr>
            </a:pPr>
            <a:r>
              <a:t>DevAssist AI</a:t>
            </a:r>
          </a:p>
          <a:p>
            <a:pPr algn="ctr">
              <a:defRPr sz="1600" b="0">
                <a:solidFill>
                  <a:srgbClr val="6366F1"/>
                </a:solidFill>
                <a:latin typeface="Segoe UI"/>
              </a:defRPr>
            </a:pPr>
            <a:r>
              <a:t>Next-Generation Multi-LLM Review Routing, AST-Aware CodeGraph &amp; Hybrid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233172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MEMBERS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Atharv Jain</a:t>
            </a:r>
            <a:br/>
            <a:r>
              <a:t>Yashvardhan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8456" y="4846320"/>
            <a:ext cx="23317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UNIVERSITY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BML Munjal</a:t>
            </a:r>
            <a:br/>
            <a:r>
              <a:t>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4846320"/>
            <a:ext cx="23317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  <a:latin typeface="Segoe UI"/>
              </a:defRPr>
            </a:pPr>
            <a:r>
              <a:t>COURSE / SUBJECT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AI DevOps</a:t>
            </a:r>
            <a:br/>
            <a:r>
              <a:t>(v3.0 Architecture)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50808" y="4846320"/>
            <a:ext cx="23317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FACULTY MENTOR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Mr. Naveen Singh</a:t>
            </a:r>
            <a:br/>
            <a:r>
              <a:t>Academic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STRATEGIC CONTEXT &amp;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Problem → Aim: Why DevAssist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46634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The Core Problem</a:t>
            </a:r>
          </a:p>
          <a:p>
            <a:pPr>
              <a:spcAft>
                <a:spcPts val="140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Manual Code Reviews Cannot Scale With Rapid Agile Sprints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PR Review Bottlenecks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Engineers spend 15-20% of engineering bandwidth manually reading pull requests, stalling delivery pipelines.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Multi-Language Blindspots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Modern monorepos combine Python, TypeScript, and Go. Reviewers lack syntax familiarity across all.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Silent Downstream Blast Radius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Modifying a function signature in a base module inadvertently breaks 15+ external callers across the repo.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Superficial Linter Fatigue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debate formatting and style comments rather than focusing on security, architecture, and race conditions.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Hallucinating First-Gen AI Bots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Single-prompt LLM review bots flood developers with noisy, false-positive inline review comments.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82496"/>
            <a:ext cx="4754880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The Engineering Aim</a:t>
            </a:r>
          </a:p>
          <a:p>
            <a:pPr>
              <a:spcAft>
                <a:spcPts val="800"/>
              </a:spcAft>
              <a:defRPr sz="1050">
                <a:solidFill>
                  <a:srgbClr val="10B981"/>
                </a:solidFill>
                <a:latin typeface="Segoe UI"/>
              </a:defRPr>
            </a:pPr>
            <a:r>
              <a:t>Autonomous, Evidence-Backed PR Review &amp; Architecture Synthesis</a:t>
            </a:r>
          </a:p>
          <a:p>
            <a:pPr>
              <a:lnSpc>
                <a:spcPct val="120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DevAssist AI aims to eliminate pull request bottlenecks by integrating a 3-stage multi-LLM ensemble pipeline, AST-aware CodeGraph blast radius calculation, and Hybrid RAG context to identify evidence-backed code defects, propose executable Git patch fixes, and synthesize architectural documentation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78561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EA5E9"/>
                </a:solidFill>
                <a:latin typeface="Segoe UI"/>
              </a:defRPr>
            </a:pPr>
            <a:r>
              <a:t>⚡ FAST REVIEWS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Sub-60s async review completion via Celery background tasks.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65760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378561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🧠 MULTI-MODEL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Specialized Distill-Reason-Validate stages prevent single-LLM errors.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98348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1149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A855F7"/>
                </a:solidFill>
                <a:latin typeface="Segoe UI"/>
              </a:defRPr>
            </a:pPr>
            <a:r>
              <a:t>🔍 EVIDENCE-BACKED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CodeGraph AST and linters verify every line citation and diff hunk.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498348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511149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👤 HUMAN-IN-CONTROL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review, accept, or dismiss findings; final merge stays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MODULAR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Our Idea: Multi-Agent &amp; Multi-LLM Review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Context Distiller</a:t>
            </a:r>
          </a:p>
          <a:p>
            <a:pPr>
              <a:spcAft>
                <a:spcPts val="400"/>
              </a:spcAft>
              <a:defRPr sz="950" b="1">
                <a:solidFill>
                  <a:srgbClr val="0EA5E9"/>
                </a:solidFill>
                <a:latin typeface="Consolas"/>
              </a:defRPr>
            </a:pPr>
            <a:r>
              <a:t>Engine: Gemini 2.5 Flash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Compresses diffs, linters, and blast radius into an executive risk digest.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Deep Reasoner</a:t>
            </a:r>
          </a:p>
          <a:p>
            <a:pPr>
              <a:spcAft>
                <a:spcPts val="400"/>
              </a:spcAft>
              <a:defRPr sz="950" b="1">
                <a:solidFill>
                  <a:srgbClr val="6366F1"/>
                </a:solidFill>
                <a:latin typeface="Consolas"/>
              </a:defRPr>
            </a:pPr>
            <a:r>
              <a:t>Engine: Claude 3.5 Sonnet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Investigates race conditions, memory leaks, edge cases, and writes code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Finding Validator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Consolas"/>
              </a:defRPr>
            </a:pPr>
            <a:r>
              <a:t>Engine: Gemini 2.5 Flash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Filters false positives; prunes findings scoring below 0.6 confidence.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CodeGraph Engine</a:t>
            </a:r>
          </a:p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  <a:latin typeface="Consolas"/>
              </a:defRPr>
            </a:pPr>
            <a:r>
              <a:t>Engine: Tree-Sitter / AST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Builds directed symbol call graph to detect affected downstream callers.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1546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315468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33756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Hybrid RAG</a:t>
            </a:r>
          </a:p>
          <a:p>
            <a:pPr>
              <a:spcAft>
                <a:spcPts val="400"/>
              </a:spcAft>
              <a:defRPr sz="950" b="1">
                <a:solidFill>
                  <a:srgbClr val="0EA5E9"/>
                </a:solidFill>
                <a:latin typeface="Consolas"/>
              </a:defRPr>
            </a:pPr>
            <a:r>
              <a:t>Engine: FAISS + BM25 + RRF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Merges dense vector semantic retrieval with exact sparse keyword matching.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1546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315468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33756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Static Linters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Consolas"/>
              </a:defRPr>
            </a:pPr>
            <a:r>
              <a:t>Engine: Pylint / ESLint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Executes automated linters and passes rule violations directly to prompt.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Agentic Sandbox</a:t>
            </a:r>
          </a:p>
          <a:p>
            <a:pPr>
              <a:spcAft>
                <a:spcPts val="400"/>
              </a:spcAft>
              <a:defRPr sz="950" b="1">
                <a:solidFill>
                  <a:srgbClr val="F43F5E"/>
                </a:solidFill>
                <a:latin typeface="Consolas"/>
              </a:defRPr>
            </a:pPr>
            <a:r>
              <a:t>Engine: Docker (Isolated)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Generates and runs PR-specific Python verification scripts in a sandbox.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484632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02920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Conversation Agent</a:t>
            </a:r>
          </a:p>
          <a:p>
            <a:pPr>
              <a:spcAft>
                <a:spcPts val="400"/>
              </a:spcAft>
              <a:defRPr sz="950" b="1">
                <a:solidFill>
                  <a:srgbClr val="6366F1"/>
                </a:solidFill>
                <a:latin typeface="Consolas"/>
              </a:defRPr>
            </a:pPr>
            <a:r>
              <a:t>Engine: Multi-LLM Router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Maintains thread context to answer developer replies directly on PR comments.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484632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02920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9. Doc Synthesizer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Consolas"/>
              </a:defRPr>
            </a:pPr>
            <a:r>
              <a:t>Engine: Doc Agent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Autonomously authors Google/JSDoc docstrings and module documentation post-merge.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SYSTEM PIPELINE &amp;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How DevAssist AI Works – End-to-End Execution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PR Ingress</a:t>
            </a:r>
          </a:p>
          <a:p>
            <a:pPr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GitHub / GitLab Webhook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HMAC-SHA256 signature verification &amp; debounce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5576" y="146304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Task Queue</a:t>
            </a:r>
          </a:p>
          <a:p>
            <a:pPr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Redis + Celery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Non-blocking dispatch; initiates background worker task.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46304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Code Analysis</a:t>
            </a:r>
          </a:p>
          <a:p>
            <a:pPr>
              <a:spcAft>
                <a:spcPts val="400"/>
              </a:spcAft>
              <a:defRPr sz="900" b="1">
                <a:solidFill>
                  <a:srgbClr val="A855F7"/>
                </a:solidFill>
                <a:latin typeface="Segoe UI"/>
              </a:defRPr>
            </a:pPr>
            <a:r>
              <a:t>CodeGraph &amp; Linters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BFS caller traversal &amp; parallel static code linting.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Context RAG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AST Chunker + RRF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Retrieves atomic function/class chunks from FAISS &amp; BM25.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Distill Stage</a:t>
            </a:r>
          </a:p>
          <a:p>
            <a:pPr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Gemini 2.5 Flash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Compresses diffs &amp; context into structured risk digest.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65576" y="324612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Reason Stage</a:t>
            </a:r>
          </a:p>
          <a:p>
            <a:pPr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Claude 3.5 Sonnet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Detects bugs, security CVEs, and generates code fixes.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3246120"/>
            <a:ext cx="25146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Validate Stage</a:t>
            </a:r>
          </a:p>
          <a:p>
            <a:pPr>
              <a:spcAft>
                <a:spcPts val="40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Quality Gate (&lt;0.6 drop)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Hallucination filter scores confidence &amp; verifies hunk lines.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3688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33688" y="324612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Output Delivery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GitHub PR &amp; Next.js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Inline patch comments posted; live SSE stream to 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74920"/>
            <a:ext cx="3383280" cy="12801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202936"/>
            <a:ext cx="3054096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AST Chunking &amp; CodeGraph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Preserves function and class boundaries instead of arbitrary character slices. CodeGraph tracks callers up to 3 hops deep.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5074920"/>
            <a:ext cx="3383280" cy="12801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5202936"/>
            <a:ext cx="3054096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Asynchronous Celery Workers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Background Celery workers process files concurrently using thread pools, keeping the FastAPI webhook ingress fully non-blocking.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5074920"/>
            <a:ext cx="3383280" cy="12801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5202936"/>
            <a:ext cx="3054096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Cross-Process SSE Telemetry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Celery worker processes publish events to Redis Pub/Sub channels (`devassist:sse:events`), streaming real-time status to the browser.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EVALUATION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From Findings to Decisions: Triage &amp; Quality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82496"/>
            <a:ext cx="298094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CodeGraph Blast Radius</a:t>
            </a:r>
          </a:p>
          <a:p>
            <a:pPr>
              <a:spcAft>
                <a:spcPts val="1200"/>
              </a:spcAft>
              <a:defRPr sz="1000">
                <a:solidFill>
                  <a:srgbClr val="F43F5E"/>
                </a:solidFill>
                <a:latin typeface="Segoe UI"/>
              </a:defRPr>
            </a:pPr>
            <a:r>
              <a:t>Downstream Caller Impact Analysis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Changed Symbol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Function `verify_token()` modified in `auth/jwt.py`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BFS Traversal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Graph explorer walks callers recursively up to 3 hops deep.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Transitive Callers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14 direct and indirect caller endpoints identified across API routes.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Severity Assessment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Label: HIGH BLAST RADIUS (&gt;6 callers impacted).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Developer Value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Prevents breaking public API contracts before merging to staging.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82496"/>
            <a:ext cx="298094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Quality Gate (Validator)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  <a:latin typeface="Segoe UI"/>
              </a:defRPr>
            </a:pPr>
            <a:r>
              <a:t>Confidence &amp; Hallucination Filter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Hunk Line Verification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Ensures finding target line exists in the PR diff hunk.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Executable Fix Check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Validates syntax of suggested code replacement.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Confidence Scoring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Validator scores finding validity between 0.0 and 1.0.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Pruning Rule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Findings below 0.6 threshold are automatically dropped.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Deduplication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Suppresses duplicate findings across consecutive commits.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298094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PR Quality Scoring</a:t>
            </a:r>
          </a:p>
          <a:p>
            <a:pPr>
              <a:spcAft>
                <a:spcPts val="1200"/>
              </a:spcAft>
              <a:defRPr sz="1000">
                <a:solidFill>
                  <a:srgbClr val="10B981"/>
                </a:solidFill>
                <a:latin typeface="Segoe UI"/>
              </a:defRPr>
            </a:pPr>
            <a:r>
              <a:t>Deterministic Metric &amp; Triage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🔴 Errors (-2.0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Security vulnerabilities, data corruption, uncaught exceptions.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🟡 Warnings (-0.5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Performance regressions, missing timeouts, edge cases.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🔵 Notes (-0.1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Documentation gaps, style inconsistencies, cleanups.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Score Formula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Quality Score = max(0, 10 - Penalty Score). Range 0 to 10.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Engineer in Control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Engineers can suppress false positives or approve PR.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FULL-STACK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System Architecture &amp; Comprehensive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Frontend &amp; Dashboard</a:t>
            </a:r>
          </a:p>
          <a:p>
            <a:pPr>
              <a:spcAft>
                <a:spcPts val="10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Next.js 16 + React 19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Framework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Next.js 16 App Router (Turbopack)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UI Library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React 19, TypeScript 5, Tailwind v4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Diff Viewer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@pierre/diffs side-by-side viewer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Visual Graph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ReactFlow interactive blast radius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Diagrams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Mermaid live sequence &amp; flow diagrams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Auth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Clerk enterprise user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5576" y="146304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Backend &amp; Distributed Queue</a:t>
            </a:r>
          </a:p>
          <a:p>
            <a:pPr>
              <a:spcAft>
                <a:spcPts val="10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FastAPI + Celery + Redis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API Server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FastAPI v3.0 (async routes)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Task Worker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Celery 5.3+ solo/fork worker pool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Broker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Redis 7 (Queue + Pub/Sub SSE)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Database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PostgreSQL 15 (asyncpg) / SQLite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ORM Layer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SQLAlchemy 2.0 async sessions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Migrations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Alembic automated schema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46304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Multi-LLM &amp; Context Engines</a:t>
            </a:r>
          </a:p>
          <a:p>
            <a:pPr>
              <a:spcAft>
                <a:spcPts val="10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Multi-Stage Intelligence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Reasoning LLM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Claude 3.5 Sonnet / GPT-4o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Fast Distiller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Google Gemini 2.5 Flash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Fallback Router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NVIDIA NIM, OpenRouter, Local Ollama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Dense Index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FAISS CPU + Sentence Transformers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Sparse Index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rank-bm25 keyword search index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Fusion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Reciprocal Rank Fusion (RRF)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DevOps, Sandbox &amp; Ingress</a:t>
            </a:r>
          </a:p>
          <a:p>
            <a:pPr>
              <a:spcAft>
                <a:spcPts val="10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Containerized Infrastructure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Containers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Docker &amp; Docker Compose stack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Sandbox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Isolated Docker (--network none)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Security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nobody user, dropped Linux caps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Ingress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GitHub App + HMAC-SHA256 signature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Tunneling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Pyngrok automated public tunnel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Linters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Parallel Pylint, ESLint, Checkstyle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What the User Sees: Developer Dashboard &amp; Native PR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46634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Next.js 16 Web Dashboard</a:t>
            </a:r>
          </a:p>
          <a:p>
            <a:pPr>
              <a:spcAft>
                <a:spcPts val="1400"/>
              </a:spcAft>
              <a:defRPr sz="1050">
                <a:solidFill>
                  <a:srgbClr val="0EA5E9"/>
                </a:solidFill>
                <a:latin typeface="Segoe UI"/>
              </a:defRPr>
            </a:pPr>
            <a:r>
              <a:t>Centralized Command Center for Monitored Repositories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Engineering Overview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Real-time velocity tracking, review counts, and 30-day severity trends.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Interactive Blast Radius Graph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ReactFlow dynamic node canvas displaying changed files and affected callers.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Pierre Diff Viewer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Side-by-side syntax-highlighted diffs split into manageable chapter walkthroughs.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Architectural Prologue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Live-rendered Mermaid sequence and flow diagrams detailing structural modifications.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MCP Tooling &amp; Integrations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Standardized Model Context Protocol integrations with Jira, Linear, and Notion.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475488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GitHub &amp; GitLab PR Experience</a:t>
            </a:r>
          </a:p>
          <a:p>
            <a:pPr>
              <a:spcAft>
                <a:spcPts val="1400"/>
              </a:spcAft>
              <a:defRPr sz="1050">
                <a:solidFill>
                  <a:srgbClr val="6366F1"/>
                </a:solidFill>
                <a:latin typeface="Segoe UI"/>
              </a:defRPr>
            </a:pPr>
            <a:r>
              <a:t>Frictionless CodeRabbit-Style Inline Reviews &amp; Patches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Inline Code Review Comments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Precise line-level comments explaining bugs, security concerns, or performance pitfalls.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Suggested Git Patches (```suggestion)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can apply AI-authored fixes directly with a single click inside GitHub.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Summary Walkthrough Comment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Detailed Markdown table summarizing changed files, additions/deletions, and blast radius.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PR Quality Score Banner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Emoji-coded score badge (e.g. 🟢 8.5/10) with categorical finding breakdown.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Conversational Comment Replies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can reply directly to bot comments to ask for clarification or alternative fixes.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WORKFLOW TRANSFORMATION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Where AI Reduces Effort: Manual vs DevAssist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"/>
          </a:xfrm>
          <a:prstGeom prst="roundRect">
            <a:avLst/>
          </a:prstGeom>
          <a:solidFill>
            <a:srgbClr val="24121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43F5E"/>
                </a:solidFill>
                <a:latin typeface="Segoe UI"/>
              </a:defRPr>
            </a:pPr>
            <a:r>
              <a:t>❌  Traditional Manual Code Review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"/>
          </a:xfrm>
          <a:prstGeom prst="roundRect">
            <a:avLst/>
          </a:prstGeom>
          <a:solidFill>
            <a:srgbClr val="102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⚡  DevAssist AI Autonomous Assisted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57400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Manual Line-by-Line Reading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Engineers read raw git diffs without codebase context, missing cross-file variable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148840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AST &amp; Hybrid RAG Retrieval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Atomic syntax chunking retrieves relevant classes, types, and module context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44368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035808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Missed Caller Impacts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Transitive breaking changes in callers remain undiscovered until staging/production failures.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44368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035808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CodeGraph BFS Blast Radius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Traverses symbol dependency edges up to 3 hops deep and classifies caller impact severity.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31336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922776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Syntax &amp; Linter Debates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Reviewers spend time pointing out PEP8/ESLint issues that could be resolved automatically.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31336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922776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Parallel Static &amp; Dynamic Linters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Runs Pylint, ESLint, and sandboxed Docker tests; injects rule IDs straight into prompts.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18304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809744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Unfiltered Bot Hallucinations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Generic LLM bots hallucinate non-existent imports or suggest invalid line numbers.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18304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4809744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Stage 3 Finding Validator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Checks diff hunk bounds, validates suggested code fix syntax, and prunes &lt;0.6 confidence.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05272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696712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Neglected Documentation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Docstrings and READMEs go stale as engineers rush to ship feature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605272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5696712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Autonomous Docstring Synthesizer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compliant docstrings and Markdown docs immediately upon PR merge.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BENCHMARKS &amp; CORE VALUE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What Improves with DevAssist AI? – Quantitative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993392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0EA5E9"/>
                </a:solidFill>
                <a:latin typeface="Segoe UI"/>
              </a:defRPr>
            </a:pPr>
            <a:r>
              <a:t>70%+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FASTER PR TURNAROUND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Celery async worker execution and concurrent thread-pool review reduce review waiting time from hours to under 60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554480"/>
            <a:ext cx="199339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10B981"/>
                </a:solidFill>
                <a:latin typeface="Segoe UI"/>
              </a:defRPr>
            </a:pPr>
            <a:r>
              <a:t>&lt; 5%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FALSE POSITIVE RATE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3-stage distillation and confidence scoring validator systematically prune ungrounded and noisy hallucinations.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1993392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6366F1"/>
                </a:solidFill>
                <a:latin typeface="Segoe UI"/>
              </a:defRPr>
            </a:pPr>
            <a:r>
              <a:t>3 HOPS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BLAST RADIUS DEPTH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AST-aware CodeGraph traverses transitive downstream callers up to 3 hops deep to catch breaking changes before merge.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0336" y="1554480"/>
            <a:ext cx="1993392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A855F7"/>
                </a:solidFill>
                <a:latin typeface="Segoe UI"/>
              </a:defRPr>
            </a:pPr>
            <a:r>
              <a:t>99.9%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ROUTING AVAILABILITY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Multi-LLM fallback chain automatically routes across OpenAI, Claude, Gemini, NVIDIA, and Ollama on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36608" y="1554480"/>
            <a:ext cx="199339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59E0B"/>
                </a:solidFill>
                <a:latin typeface="Segoe UI"/>
              </a:defRPr>
            </a:pPr>
            <a:r>
              <a:t>1-CLICK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SUGGESTED PATCH FIXES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Generates executable GitHub suggested code blocks (```suggestion) so developers can apply fixes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ENTERPRISE DEPLOYMENT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DevOps &amp; Deployment: From Development to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64592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1. Git Commit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Push code branch.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2032" y="1463040"/>
            <a:ext cx="16459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2. Containerize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Docker API &amp; worker.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1463040"/>
            <a:ext cx="16459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3. Compose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Redis, Postgres, Celery.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3056" y="1463040"/>
            <a:ext cx="16459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4. Tunneling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Pyngrok webhook ingress.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3568" y="1463040"/>
            <a:ext cx="164592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5. Sandbox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Docker test runner.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0" y="1463040"/>
            <a:ext cx="16459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6. Telemetry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Redis Pub/Sub SSE.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606040"/>
            <a:ext cx="3383280" cy="3840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260604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825496"/>
            <a:ext cx="301752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Docker Compose Production Stack</a:t>
            </a:r>
          </a:p>
          <a:p>
            <a:pPr>
              <a:spcAft>
                <a:spcPts val="1000"/>
              </a:spcAft>
              <a:defRPr sz="950">
                <a:solidFill>
                  <a:srgbClr val="0EA5E9"/>
                </a:solidFill>
                <a:latin typeface="Segoe UI"/>
              </a:defRPr>
            </a:pPr>
            <a:r>
              <a:t>Complete Multi-Service Orchestration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Redis 7 Alpine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In-memory broker for Celery tasks and cross-process SSE event propagation.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PostgreSQL 15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Relational persistence storing repositories, PR metadata, reviews, and findings.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Celery Background Worker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Dedicated task runner executing full PR review pipelines and RAG indexing.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FastAPI Backend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Async REST server with live CORS, HMAC webhook validation, and health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2606040"/>
            <a:ext cx="3383280" cy="3840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98264" y="260604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2825496"/>
            <a:ext cx="301752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Secure Agentic Execution Sandbox</a:t>
            </a:r>
          </a:p>
          <a:p>
            <a:pPr>
              <a:spcAft>
                <a:spcPts val="1000"/>
              </a:spcAft>
              <a:defRPr sz="950">
                <a:solidFill>
                  <a:srgbClr val="F43F5E"/>
                </a:solidFill>
                <a:latin typeface="Segoe UI"/>
              </a:defRPr>
            </a:pPr>
            <a:r>
              <a:t>Zero-Trust Dynamic Script Execution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Isolated Container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Runs dynamic Python scripts inside a hardened container with --network none.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Unprivileged User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Executes as nobody with all Linux capabilities dropped to prevent host escapes.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Read-Only Mounting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The cloned repository is mounted read-only at /repo to avoid malicious mutations.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Wall-Clock Timeout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Kills and prunes containers automatically if a test script exceeds 30 seconds.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2606040"/>
            <a:ext cx="3383280" cy="3840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65008" y="2606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825496"/>
            <a:ext cx="301752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Observability &amp; Telemetry</a:t>
            </a:r>
          </a:p>
          <a:p>
            <a:pPr>
              <a:spcAft>
                <a:spcPts val="1000"/>
              </a:spcAft>
              <a:defRPr sz="950">
                <a:solidFill>
                  <a:srgbClr val="10B981"/>
                </a:solidFill>
                <a:latin typeface="Segoe UI"/>
              </a:defRPr>
            </a:pPr>
            <a:r>
              <a:t>Real-Time Health &amp; Audit Logging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Live /health Endpoint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active database connection, active LLM provider, and queue connectivity.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Redis Pub/Sub SSE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Streams stage transitions (`distill`, `reason`, `validate`) directly to Next.js UI.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Alembic Migrations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database schema versioning for zero-downtime updates.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Audit Event Trail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Persistent event logs record all review actions, findings, and developer dismissals.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STRATEGIC HORIZON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Future Scope: Roadmap &amp; Next-Gen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IDE Live Pre-Commit Plugins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VS Code &amp; JetBrains Extensions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Run lightweight fast-mode reviews locally in the IDE before commits are pushed to remote branches.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463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46304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45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Autonomous Self-Healing PRs</a:t>
            </a:r>
          </a:p>
          <a:p>
            <a:pPr>
              <a:spcAft>
                <a:spcPts val="6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Auto-Fix Commit Branching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Automatically create verified fix branches with passing unit test suites for straightforward bug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63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46304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45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Cross-Repo Monorepo Graphs</a:t>
            </a:r>
          </a:p>
          <a:p>
            <a:pPr>
              <a:spcAft>
                <a:spcPts val="6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Microservice Contract Tracing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Expand CodeGraph to index gRPC and OpenAPI contracts across distributed multi-repository architectures.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Fine-Tuned Enterprise LLMs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Private On-Premise Models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Train domain-specific LoRA adapters on internal enterprise coding guidelines and security playbooks.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3749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98264" y="374904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931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Enterprise RBAC &amp; Governance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SOC2 Compliance &amp; SAML SSO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Role-based access control, exportable compliance audit logs, and custom regulatory policy enforcement.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749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5008" y="374904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Automated Regression Test Gen</a:t>
            </a:r>
          </a:p>
          <a:p>
            <a:pPr>
              <a:spcAft>
                <a:spcPts val="6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Diff-Targeted Test Creation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Synthesize unit and integration tests covering newly introduced diff logic to prevent regressions.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07608"/>
            <a:ext cx="1036289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🎯  Strategic Goal: Make DevAssist AI the most context-aware, reliable, and secure autonomous engineering assistant for enterprise software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493776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853409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DevAssist AI – Autonomous Code Review &amp; Architectural Documentation</a:t>
            </a:r>
          </a:p>
          <a:p>
            <a:pPr algn="ctr">
              <a:defRPr sz="1200">
                <a:solidFill>
                  <a:srgbClr val="0EA5E9"/>
                </a:solidFill>
                <a:latin typeface="Segoe UI"/>
              </a:defRPr>
            </a:pPr>
            <a:r>
              <a:t>Open for Questions, Feedback &amp; Live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3664" y="3931920"/>
            <a:ext cx="2560320" cy="14630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83664" y="3931920"/>
            <a:ext cx="256032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0824" y="4133088"/>
            <a:ext cx="2286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PROJECT AUTHORS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Atharv Jain</a:t>
            </a:r>
            <a:br/>
            <a:r>
              <a:t>Yashvardhan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AI DevOps Engineering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9744" y="3931920"/>
            <a:ext cx="2560320" cy="14630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9744" y="3931920"/>
            <a:ext cx="25603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4133088"/>
            <a:ext cx="2286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INSTITUTION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BML Munjal University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Computer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3931920"/>
            <a:ext cx="2560320" cy="14630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35824" y="393192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4133088"/>
            <a:ext cx="2286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FACULTY MENTOR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Mr. Naveen Singh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Project Advisor &amp;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